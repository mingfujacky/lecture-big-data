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👀 AI 能『看』圖像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應用場景：醫療影像診斷</a:t>
            </a:r>
          </a:p>
          <a:p>
            <a:r>
              <a:t>- AI 可判讀 X 光、MRI、視網膜照片</a:t>
            </a:r>
          </a:p>
          <a:p>
            <a:r>
              <a:t>- 協助醫師早期發現腫瘤、眼病等</a:t>
            </a:r>
          </a:p>
          <a:p>
            <a:r>
              <a:t>其他例子：農業病蟲害辨識、自動駕駛感知</a:t>
            </a:r>
          </a:p>
          <a:p>
            <a:r>
              <a:t>關鍵技術：電腦視覺（Computer Vision）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👂 AI 能『聽』語音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應用場景：智慧客服或會議逐字稿</a:t>
            </a:r>
          </a:p>
          <a:p>
            <a:r>
              <a:t>- 語音助理能聽懂自然語言並執行指令</a:t>
            </a:r>
          </a:p>
          <a:p>
            <a:r>
              <a:t>- 開會系統自動產出紀錄文字</a:t>
            </a:r>
          </a:p>
          <a:p>
            <a:r>
              <a:t>其他例子：語音輸入法、語音翻譯</a:t>
            </a:r>
          </a:p>
          <a:p>
            <a:r>
              <a:t>關鍵技術：語音辨識（ASR）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🗣️ AI 能『說』話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應用場景：語音導航與 AI 客服</a:t>
            </a:r>
          </a:p>
          <a:p>
            <a:r>
              <a:t>- Google Maps 語音提示</a:t>
            </a:r>
          </a:p>
          <a:p>
            <a:r>
              <a:t>- AI 打電話通知繳費、詐騙提醒</a:t>
            </a:r>
          </a:p>
          <a:p>
            <a:r>
              <a:t>其他例子：影片自動配音、語音角色扮演</a:t>
            </a:r>
          </a:p>
          <a:p>
            <a:r>
              <a:t>關鍵技術：語音合成（TTS）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✍️ AI 能『寫』文章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應用場景：商業寫作與客服回覆</a:t>
            </a:r>
          </a:p>
          <a:p>
            <a:r>
              <a:t>- ChatGPT 產生報告、簡報、部落格內容</a:t>
            </a:r>
          </a:p>
          <a:p>
            <a:r>
              <a:t>- 客服機器人自動生成回應語句</a:t>
            </a:r>
          </a:p>
          <a:p>
            <a:r>
              <a:t>其他例子：財經報導、自動新聞摘要</a:t>
            </a:r>
          </a:p>
          <a:p>
            <a:r>
              <a:t>關鍵技術：自然語言生成（NLG）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